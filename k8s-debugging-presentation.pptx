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73152"/>
            <a:ext cx="2560320" cy="499719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6812280" y="4572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12280" y="10515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64592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12280" y="224028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12280" y="283464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12280" y="34290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40233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4572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10515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164592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224028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83464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34290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40233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18120" y="4572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18120" y="10515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164592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818120" y="224028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18120" y="283464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818120" y="34290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818120" y="40233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321040" y="4572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21040" y="10515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21040" y="164592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224028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283464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21040" y="342900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21040" y="4023360"/>
            <a:ext cx="73152" cy="73152"/>
          </a:xfrm>
          <a:prstGeom prst="ellipse">
            <a:avLst/>
          </a:prstGeom>
          <a:solidFill>
            <a:srgbClr val="3A9BD5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0" y="2103120"/>
            <a:ext cx="1463040" cy="146304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3A9B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2606040"/>
            <a:ext cx="457200" cy="45720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8229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4600" dirty="0"/>
          </a:p>
        </p:txBody>
      </p:sp>
      <p:sp>
        <p:nvSpPr>
          <p:cNvPr id="36" name="Text 34"/>
          <p:cNvSpPr/>
          <p:nvPr/>
        </p:nvSpPr>
        <p:spPr>
          <a:xfrm>
            <a:off x="502920" y="16002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Deployment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02920" y="21488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502920" y="2880360"/>
            <a:ext cx="5303520" cy="0"/>
          </a:xfrm>
          <a:prstGeom prst="line">
            <a:avLst/>
          </a:prstGeom>
          <a:noFill/>
          <a:ln w="19050">
            <a:solidFill>
              <a:srgbClr val="3A9B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0632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Analysis · Root Causes · Fixes Applied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02920" y="42519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· cert-manager · Helm · Ingress · nginx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64008" cy="155448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1234440"/>
            <a:ext cx="502920" cy="50292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Cluster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verify a local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64008" cy="155448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1234440"/>
            <a:ext cx="502920" cy="50292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via Helm,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0515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51560"/>
            <a:ext cx="64008" cy="155448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3368" y="1234440"/>
            <a:ext cx="502920" cy="50292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ClusterIssuer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Self-signed issuer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nginx.local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80360"/>
            <a:ext cx="64008" cy="155448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" y="3063240"/>
            <a:ext cx="502920" cy="50292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nginx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provided chart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88036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880360"/>
            <a:ext cx="64008" cy="155448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30" name="Shape 28"/>
          <p:cNvSpPr/>
          <p:nvPr/>
        </p:nvSpPr>
        <p:spPr>
          <a:xfrm>
            <a:off x="3447288" y="3063240"/>
            <a:ext cx="502920" cy="502920"/>
          </a:xfrm>
          <a:prstGeom prst="ellipse">
            <a:avLst/>
          </a:prstGeom>
          <a:solidFill>
            <a:srgbClr val="3A9BD5"/>
          </a:solidFill>
          <a:ln/>
        </p:spPr>
      </p:sp>
      <p:sp>
        <p:nvSpPr>
          <p:cNvPr id="31" name="Text 29"/>
          <p:cNvSpPr/>
          <p:nvPr/>
        </p:nvSpPr>
        <p:spPr>
          <a:xfrm>
            <a:off x="344728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69080" y="30632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Ingress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3657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app securely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cert-manager TLS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Manifests and chart are intentionally imperfect — debug and fix them to reach end-to-end HTTPS.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" cy="420624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033272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332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cluster-issuer.yaml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20440" y="1014984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API version (v1alpha2 → v1)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8595360" cy="0"/>
          </a:xfrm>
          <a:prstGeom prst="line">
            <a:avLst/>
          </a:prstGeom>
          <a:noFill/>
          <a:ln w="10160">
            <a:solidFill>
              <a:srgbClr val="C8DA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64208"/>
            <a:ext cx="420624" cy="420624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1691640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916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20440" y="167335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set as string "eighty" instead of integer 80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12848"/>
            <a:ext cx="8595360" cy="0"/>
          </a:xfrm>
          <a:prstGeom prst="line">
            <a:avLst/>
          </a:prstGeom>
          <a:noFill/>
          <a:ln w="10160">
            <a:solidFill>
              <a:srgbClr val="C8DA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22576"/>
            <a:ext cx="420624" cy="420624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2350008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3500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deployment.yaml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20440" y="2331720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 block mis-indented outside container spec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871216"/>
            <a:ext cx="8595360" cy="0"/>
          </a:xfrm>
          <a:prstGeom prst="line">
            <a:avLst/>
          </a:prstGeom>
          <a:noFill/>
          <a:ln w="10160">
            <a:solidFill>
              <a:srgbClr val="C8DA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80944"/>
            <a:ext cx="420624" cy="420624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3008376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00837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service.yaml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20440" y="2990088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targets -prod label — no pods matched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529584"/>
            <a:ext cx="8595360" cy="0"/>
          </a:xfrm>
          <a:prstGeom prst="line">
            <a:avLst/>
          </a:prstGeom>
          <a:noFill/>
          <a:ln w="10160">
            <a:solidFill>
              <a:srgbClr val="C8DA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39312"/>
            <a:ext cx="420624" cy="420624"/>
          </a:xfrm>
          <a:prstGeom prst="ellipse">
            <a:avLst/>
          </a:prstGeom>
          <a:solidFill>
            <a:srgbClr val="E05252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3666744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667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ingress.yaml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20440" y="3648456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v1beta1 Ingress API + old backend syntax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187952"/>
            <a:ext cx="8595360" cy="0"/>
          </a:xfrm>
          <a:prstGeom prst="line">
            <a:avLst/>
          </a:prstGeom>
          <a:noFill/>
          <a:ln w="10160">
            <a:solidFill>
              <a:srgbClr val="C8DA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97680"/>
            <a:ext cx="420624" cy="420624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★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22960" y="4325112"/>
            <a:ext cx="2560320" cy="301752"/>
          </a:xfrm>
          <a:prstGeom prst="roundRect">
            <a:avLst>
              <a:gd name="adj" fmla="val 12121"/>
            </a:avLst>
          </a:prstGeom>
          <a:solidFill>
            <a:srgbClr val="C8DAEE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3251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certificate.yaml / values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4306824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secret name mismatch (nginx-tls vs nginx-app-tls)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 —  Deprecated API Version in ClusterIssuer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cert-manager/cluster-issuer.yaml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33832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Before (Broken)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611880" cy="10515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cert-manager.io/v1alpha2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ClusterIssuer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selfsigned-cluster-issuer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cert-manager.io/v1alpha2 was removed in cert-manager v1.0. Modern clusters only expose the v1 API group, causing a 'no matches for kind' error.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51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64008" cy="338328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(Fixed)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886200" cy="105156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cert-manager.io/v1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ClusterIssuer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selfsigned-cluster-issuer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Fix: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apiVersion to cert-manager.io/v1. No structural changes required — only the API version string needed updating.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 —  Service Port Set as String "eighty"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charts/nginx-app/values.yaml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33832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</a:rPr>
              <a:t>✗  Before (Broken)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611880" cy="10058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ClusterIP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"eighty"   # ← string!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targetPort: 8080  # ← wrong port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Kubernetes Service port must be an integer. "eighty" is rejected with a schema validation error. targetPort 8080 is also wrong — nginx listens on port 80 by default.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51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64008" cy="338328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97"/>
                </a:solidFill>
              </a:rPr>
              <a:t>✓  After (Fixed)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886200" cy="100584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ClusterIP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80          # integer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targetPort: 80    # nginx default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Fix: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Changed port to integer 80 and corrected targetPort to 80 to match nginx's actual listening port.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 —  YAML Indentation Error in Deployment Template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templates/deployment.yaml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34747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</a:rPr>
              <a:t>✗  Before (Broken)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611880" cy="141732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nginx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nginx:1.25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imagePullPolicy: IfNotPresent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ports:             ← sibling!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- containerPort: 80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ports: was indented at list-item peer level (8 spaces), not inside the container (10 spaces). Container had no declared ports — health checks and ingress traffic failed silently.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51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64008" cy="347472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97"/>
                </a:solidFill>
              </a:rPr>
              <a:t>✓  After (Fixed)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886200" cy="141732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nginx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nginx:1.25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imagePullPolicy: IfNotPresent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           ← inside!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Fix: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639312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Increased indentation of ports by 2 spaces so it sits inside the container spec as a proper field.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 —  Service Selector Targets Non-Existent Label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templates/service.yaml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338328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</a:rPr>
              <a:t>✗  Before (Broken)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611880" cy="100584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 nginx-app-prod    # ← wrong!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labels (from Deployment):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 nginx-app         # no -prod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The -prod suffix was accidentally added to the selector. No pods carry this label, so the Service had zero Endpoints — all traffic was dropped.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519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64008" cy="338328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97"/>
                </a:solidFill>
              </a:rPr>
              <a:t>✓  After (Fixed)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886200" cy="100584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Service 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 nginx-app         # ✓ matches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Pod labels (from Deployment):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 nginx-app         # ✓ same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Diagnosis: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2461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kubectl get endpoints -n nginx showed 0 addresses. Comparing selector vs. pod labels pinpointed the -prod mismatch immediately.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5  —  Deprecated Ingress API + Legacy Backend Syntax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templates/ingress.yaml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35661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252"/>
                </a:solidFill>
              </a:rPr>
              <a:t>✗  Before (Broken)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3611880" cy="15087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networking.k8s.io/v1beta1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k8s.io/ingress.class: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path: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backend: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serviceName: nginx-app-svc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servicePort: 80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Root Cause: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v1beta1 was removed in K8s 1.22. Also missing: pathType (required in v1), and must use spec.ingressClassName.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325880"/>
            <a:ext cx="4251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325880"/>
            <a:ext cx="64008" cy="356616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97"/>
                </a:solidFill>
              </a:rPr>
              <a:t>✓  After (Fixed)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886200" cy="150876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874520"/>
            <a:ext cx="3703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nginx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path: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pathType: Prefix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backend: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service: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name: nginx-app-svc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number: 80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3493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Fix: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E7A"/>
                </a:solidFill>
              </a:rPr>
              <a:t>Upgraded to v1, replaced annotation with ingressClassName, added pathType: Prefix, updated backend to nested service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Bug +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55448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F0C0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TLS Secret Name Mismatch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1508760"/>
            <a:ext cx="2377440" cy="256032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certificate.yaml  →  nginx-tls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50876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values.yaml  →  nginx-app-tls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150876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F0FF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08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Fixed  →  nginx-tls  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6974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Commands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08960"/>
            <a:ext cx="64008" cy="1645920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9BD5"/>
                </a:solidFill>
              </a:rPr>
              <a:t>HTTP via port-forward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3611880" cy="1005840"/>
          </a:xfrm>
          <a:prstGeom prst="rect">
            <a:avLst/>
          </a:prstGeom>
          <a:solidFill>
            <a:srgbClr val="F0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47872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svc/nginx-app-service 8080:80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-n nginx &amp;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108960"/>
            <a:ext cx="4251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108960"/>
            <a:ext cx="64008" cy="1645920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97"/>
                </a:solidFill>
              </a:rPr>
              <a:t>HTTPS via Ingress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3886200" cy="1005840"/>
          </a:xfrm>
          <a:prstGeom prst="rect">
            <a:avLst/>
          </a:prstGeom>
          <a:solidFill>
            <a:srgbClr val="F0FFF6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54787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/etc/hosts: 127.0.0.1 nginx.local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svc/ingress-nginx-controller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4430:443 -n ingress-nginx &amp;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-k https://nginx.local:4430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&amp; Tooling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71323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332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Schema Linting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30759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kubeconform or kubeval in CI to validate API versions against the target K8s version before every merge.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764792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764792"/>
            <a:ext cx="64008" cy="71323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183794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Helm values.schema.json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211226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JSON schema to the chart to enforce types — port must be an integer, not a string.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69464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69464"/>
            <a:ext cx="64008" cy="71323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" y="264261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Label Consistency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291693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helm template | grep to verify selectors match pod labels, or enforce with OPA/Gatekeeper policies.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74136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74136"/>
            <a:ext cx="64008" cy="71323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" y="344728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Helm Dry-Run in CI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72160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helm install --dry-run --debug in a pipeline step — catches rendering errors and K8s validation failures early.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78808"/>
            <a:ext cx="53949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178808"/>
            <a:ext cx="64008" cy="71323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" y="42519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Pin cert-manager Versions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" y="45262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chart + CRD versions in Helm and document the minimum supported API group in upgrade runbooks.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960120"/>
            <a:ext cx="2880360" cy="4069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0515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Used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80760" y="1508760"/>
            <a:ext cx="2606040" cy="5303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5087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--dry-run=client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176272"/>
            <a:ext cx="2606040" cy="5303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17627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template  •  helm lint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2843784"/>
            <a:ext cx="2606040" cy="5303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84378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0760" y="3511296"/>
            <a:ext cx="2606040" cy="5303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511296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/ logs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4178808"/>
            <a:ext cx="2606040" cy="530352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417880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A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kubeval / kubeconform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9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A9BD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2560320" cy="499719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4572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" y="10515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" y="164592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" y="224028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" y="283464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" y="34290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" y="40233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572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0515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64592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24028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3464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290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0233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4572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10515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164592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43000" y="224028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283464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34290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40233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4572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645920" y="10515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645920" y="164592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45920" y="224028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645920" y="283464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45920" y="342900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645920" y="4023360"/>
            <a:ext cx="73152" cy="73152"/>
          </a:xfrm>
          <a:prstGeom prst="ellipse">
            <a:avLst/>
          </a:prstGeom>
          <a:solidFill>
            <a:srgbClr val="2ECC97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834640" y="6400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2834640" y="1371600"/>
            <a:ext cx="5760720" cy="0"/>
          </a:xfrm>
          <a:prstGeom prst="line">
            <a:avLst/>
          </a:prstGeom>
          <a:noFill/>
          <a:ln w="19050">
            <a:solidFill>
              <a:srgbClr val="2ECC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EC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2834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Fixed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1554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5600" dirty="0"/>
          </a:p>
        </p:txBody>
      </p:sp>
      <p:sp>
        <p:nvSpPr>
          <p:cNvPr id="38" name="Text 36"/>
          <p:cNvSpPr/>
          <p:nvPr/>
        </p:nvSpPr>
        <p:spPr>
          <a:xfrm>
            <a:off x="58521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(Secret Mismatch)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34640" y="2880360"/>
            <a:ext cx="201168" cy="201168"/>
          </a:xfrm>
          <a:prstGeom prst="ellipse">
            <a:avLst/>
          </a:prstGeom>
          <a:solidFill>
            <a:srgbClr val="2ECC97"/>
          </a:solidFill>
          <a:ln/>
        </p:spPr>
      </p:sp>
      <p:sp>
        <p:nvSpPr>
          <p:cNvPr id="40" name="Text 38"/>
          <p:cNvSpPr/>
          <p:nvPr/>
        </p:nvSpPr>
        <p:spPr>
          <a:xfrm>
            <a:off x="3154680" y="2834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versions: always use cert-manager v1 and networking.k8s.io/v1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34640" y="3282696"/>
            <a:ext cx="201168" cy="201168"/>
          </a:xfrm>
          <a:prstGeom prst="ellipse">
            <a:avLst/>
          </a:prstGeom>
          <a:solidFill>
            <a:srgbClr val="2ECC97"/>
          </a:solidFill>
          <a:ln/>
        </p:spPr>
      </p:sp>
      <p:sp>
        <p:nvSpPr>
          <p:cNvPr id="42" name="Text 40"/>
          <p:cNvSpPr/>
          <p:nvPr/>
        </p:nvSpPr>
        <p:spPr>
          <a:xfrm>
            <a:off x="3154680" y="323697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values must be integers in Kubernetes Service specs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834640" y="3685032"/>
            <a:ext cx="201168" cy="201168"/>
          </a:xfrm>
          <a:prstGeom prst="ellipse">
            <a:avLst/>
          </a:prstGeom>
          <a:solidFill>
            <a:srgbClr val="2ECC97"/>
          </a:solidFill>
          <a:ln/>
        </p:spPr>
      </p:sp>
      <p:sp>
        <p:nvSpPr>
          <p:cNvPr id="44" name="Text 42"/>
          <p:cNvSpPr/>
          <p:nvPr/>
        </p:nvSpPr>
        <p:spPr>
          <a:xfrm>
            <a:off x="3154680" y="36393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indentation is critical — use lint/dry-run in every workflow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834640" y="4087368"/>
            <a:ext cx="201168" cy="201168"/>
          </a:xfrm>
          <a:prstGeom prst="ellipse">
            <a:avLst/>
          </a:prstGeom>
          <a:solidFill>
            <a:srgbClr val="2ECC97"/>
          </a:solidFill>
          <a:ln/>
        </p:spPr>
      </p:sp>
      <p:sp>
        <p:nvSpPr>
          <p:cNvPr id="46" name="Text 44"/>
          <p:cNvSpPr/>
          <p:nvPr/>
        </p:nvSpPr>
        <p:spPr>
          <a:xfrm>
            <a:off x="3154680" y="40416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selectors must exactly match pod template labels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4489704"/>
            <a:ext cx="201168" cy="201168"/>
          </a:xfrm>
          <a:prstGeom prst="ellipse">
            <a:avLst/>
          </a:prstGeom>
          <a:solidFill>
            <a:srgbClr val="2ECC97"/>
          </a:solidFill>
          <a:ln/>
        </p:spPr>
      </p:sp>
      <p:sp>
        <p:nvSpPr>
          <p:cNvPr id="48" name="Text 46"/>
          <p:cNvSpPr/>
          <p:nvPr/>
        </p:nvSpPr>
        <p:spPr>
          <a:xfrm>
            <a:off x="3154680" y="444398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names must be consistent across Certificate and Ingress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Debugging &amp; Deployment Assignment</dc:title>
  <dc:subject>PptxGenJS Presentation</dc:subject>
  <dc:creator>PptxGenJS</dc:creator>
  <cp:lastModifiedBy>PptxGenJS</cp:lastModifiedBy>
  <cp:revision>1</cp:revision>
  <dcterms:created xsi:type="dcterms:W3CDTF">2026-03-11T17:07:05Z</dcterms:created>
  <dcterms:modified xsi:type="dcterms:W3CDTF">2026-03-11T17:07:05Z</dcterms:modified>
</cp:coreProperties>
</file>